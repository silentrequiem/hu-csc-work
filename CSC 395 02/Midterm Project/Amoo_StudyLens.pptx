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Play"/>
      <p:regular r:id="rId12"/>
      <p:bold r:id="rId13"/>
    </p:embeddedFont>
    <p:embeddedFont>
      <p:font typeface="Inter SemiBold"/>
      <p:regular r:id="rId14"/>
      <p:bold r:id="rId15"/>
      <p:italic r:id="rId16"/>
      <p:boldItalic r:id="rId17"/>
    </p:embeddedFont>
    <p:embeddedFont>
      <p:font typeface="Int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wSFIVMqd+Y1y+MBpX1LoyeV0B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Inter-boldItalic.fntdata"/><Relationship Id="rId13" Type="http://schemas.openxmlformats.org/officeDocument/2006/relationships/font" Target="fonts/Play-bold.fntdata"/><Relationship Id="rId12" Type="http://schemas.openxmlformats.org/officeDocument/2006/relationships/font" Target="fonts/Play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terSemiBold-bold.fntdata"/><Relationship Id="rId14" Type="http://schemas.openxmlformats.org/officeDocument/2006/relationships/font" Target="fonts/InterSemiBold-regular.fntdata"/><Relationship Id="rId17" Type="http://schemas.openxmlformats.org/officeDocument/2006/relationships/font" Target="fonts/InterSemiBold-boldItalic.fntdata"/><Relationship Id="rId16" Type="http://schemas.openxmlformats.org/officeDocument/2006/relationships/font" Target="fonts/InterSemiBold-italic.fntdata"/><Relationship Id="rId5" Type="http://schemas.openxmlformats.org/officeDocument/2006/relationships/slide" Target="slides/slide1.xml"/><Relationship Id="rId19" Type="http://schemas.openxmlformats.org/officeDocument/2006/relationships/font" Target="fonts/Inter-bold.fntdata"/><Relationship Id="rId6" Type="http://schemas.openxmlformats.org/officeDocument/2006/relationships/slide" Target="slides/slide2.xml"/><Relationship Id="rId18" Type="http://schemas.openxmlformats.org/officeDocument/2006/relationships/font" Target="fonts/Inter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h1c6620528301cb18_1_6"/>
          <p:cNvSpPr txBox="1"/>
          <p:nvPr>
            <p:ph idx="10" type="dt"/>
          </p:nvPr>
        </p:nvSpPr>
        <p:spPr>
          <a:xfrm>
            <a:off x="304792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7" name="Google Shape;17;h1c6620528301cb18_1_6"/>
          <p:cNvSpPr txBox="1"/>
          <p:nvPr>
            <p:ph idx="11" type="ftr"/>
          </p:nvPr>
        </p:nvSpPr>
        <p:spPr>
          <a:xfrm>
            <a:off x="2082744" y="4237567"/>
            <a:ext cx="19302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8" name="Google Shape;18;h1c6620528301cb18_1_6"/>
          <p:cNvSpPr txBox="1"/>
          <p:nvPr>
            <p:ph idx="12" type="sldNum"/>
          </p:nvPr>
        </p:nvSpPr>
        <p:spPr>
          <a:xfrm>
            <a:off x="4368684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h1c6620528301cb18_1_10"/>
          <p:cNvGrpSpPr/>
          <p:nvPr/>
        </p:nvGrpSpPr>
        <p:grpSpPr>
          <a:xfrm>
            <a:off x="6413315" y="338507"/>
            <a:ext cx="5437018" cy="6181108"/>
            <a:chOff x="0" y="0"/>
            <a:chExt cx="2148000" cy="2441871"/>
          </a:xfrm>
        </p:grpSpPr>
        <p:sp>
          <p:nvSpPr>
            <p:cNvPr id="21" name="Google Shape;21;h1c6620528301cb18_1_10"/>
            <p:cNvSpPr/>
            <p:nvPr/>
          </p:nvSpPr>
          <p:spPr>
            <a:xfrm>
              <a:off x="0" y="0"/>
              <a:ext cx="2147987" cy="2441871"/>
            </a:xfrm>
            <a:custGeom>
              <a:rect b="b" l="l" r="r" t="t"/>
              <a:pathLst>
                <a:path extrusionOk="0" h="2441871" w="2147987">
                  <a:moveTo>
                    <a:pt x="48413" y="0"/>
                  </a:moveTo>
                  <a:lnTo>
                    <a:pt x="2099574" y="0"/>
                  </a:lnTo>
                  <a:cubicBezTo>
                    <a:pt x="2112414" y="0"/>
                    <a:pt x="2124728" y="5101"/>
                    <a:pt x="2133807" y="14180"/>
                  </a:cubicBezTo>
                  <a:cubicBezTo>
                    <a:pt x="2142886" y="23259"/>
                    <a:pt x="2147987" y="35573"/>
                    <a:pt x="2147987" y="48413"/>
                  </a:cubicBezTo>
                  <a:lnTo>
                    <a:pt x="2147987" y="2393459"/>
                  </a:lnTo>
                  <a:cubicBezTo>
                    <a:pt x="2147987" y="2406298"/>
                    <a:pt x="2142886" y="2418612"/>
                    <a:pt x="2133807" y="2427692"/>
                  </a:cubicBezTo>
                  <a:cubicBezTo>
                    <a:pt x="2124728" y="2436771"/>
                    <a:pt x="2112414" y="2441871"/>
                    <a:pt x="2099574" y="2441871"/>
                  </a:cubicBezTo>
                  <a:lnTo>
                    <a:pt x="48413" y="2441871"/>
                  </a:lnTo>
                  <a:cubicBezTo>
                    <a:pt x="21675" y="2441871"/>
                    <a:pt x="0" y="2420196"/>
                    <a:pt x="0" y="2393459"/>
                  </a:cubicBezTo>
                  <a:lnTo>
                    <a:pt x="0" y="48413"/>
                  </a:lnTo>
                  <a:cubicBezTo>
                    <a:pt x="0" y="35573"/>
                    <a:pt x="5101" y="23259"/>
                    <a:pt x="14180" y="14180"/>
                  </a:cubicBezTo>
                  <a:cubicBezTo>
                    <a:pt x="23259" y="5101"/>
                    <a:pt x="35573" y="0"/>
                    <a:pt x="48413" y="0"/>
                  </a:cubicBez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h1c6620528301cb18_1_10"/>
            <p:cNvSpPr txBox="1"/>
            <p:nvPr/>
          </p:nvSpPr>
          <p:spPr>
            <a:xfrm>
              <a:off x="0" y="28575"/>
              <a:ext cx="2148000" cy="24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" name="Google Shape;23;h1c6620528301cb18_1_10"/>
          <p:cNvSpPr txBox="1"/>
          <p:nvPr>
            <p:ph idx="1" type="body"/>
          </p:nvPr>
        </p:nvSpPr>
        <p:spPr>
          <a:xfrm>
            <a:off x="6851917" y="1683483"/>
            <a:ext cx="45933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b="0" sz="1400"/>
            </a:lvl1pPr>
            <a:lvl2pPr indent="-317500" lvl="1" marL="9144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–"/>
              <a:defRPr b="0" sz="1400"/>
            </a:lvl2pPr>
            <a:lvl3pPr indent="-317500" lvl="2" marL="1371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17500" lvl="5" marL="27432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24" name="Google Shape;24;h1c6620528301cb18_1_10"/>
          <p:cNvSpPr txBox="1"/>
          <p:nvPr>
            <p:ph idx="2" type="body"/>
          </p:nvPr>
        </p:nvSpPr>
        <p:spPr>
          <a:xfrm>
            <a:off x="6866684" y="1343833"/>
            <a:ext cx="45933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81000" lvl="1" marL="91440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–"/>
              <a:defRPr/>
            </a:lvl2pPr>
            <a:lvl3pPr indent="-381000" lvl="2" marL="137160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b="1" sz="2400"/>
            </a:lvl3pPr>
            <a:lvl4pPr indent="-381000" lvl="3" marL="182880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–"/>
              <a:defRPr b="1" sz="2400"/>
            </a:lvl4pPr>
            <a:lvl5pPr indent="-381000" lvl="4" marL="228600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»"/>
              <a:defRPr b="1" sz="2400"/>
            </a:lvl5pPr>
            <a:lvl6pPr indent="-381000" lvl="5" marL="274320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b="1" sz="2400"/>
            </a:lvl6pPr>
            <a:lvl7pPr indent="-381000" lvl="6" marL="320040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b="1" sz="2400"/>
            </a:lvl7pPr>
            <a:lvl8pPr indent="-381000" lvl="7" marL="365760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b="1" sz="2400"/>
            </a:lvl8pPr>
            <a:lvl9pPr indent="-381000" lvl="8" marL="411480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b="1" sz="2400"/>
            </a:lvl9pPr>
          </a:lstStyle>
          <a:p/>
        </p:txBody>
      </p:sp>
      <p:grpSp>
        <p:nvGrpSpPr>
          <p:cNvPr id="25" name="Google Shape;25;h1c6620528301cb18_1_10"/>
          <p:cNvGrpSpPr/>
          <p:nvPr/>
        </p:nvGrpSpPr>
        <p:grpSpPr>
          <a:xfrm>
            <a:off x="3428528" y="3349941"/>
            <a:ext cx="2667632" cy="3169884"/>
            <a:chOff x="0" y="0"/>
            <a:chExt cx="1053900" cy="1252275"/>
          </a:xfrm>
        </p:grpSpPr>
        <p:sp>
          <p:nvSpPr>
            <p:cNvPr id="26" name="Google Shape;26;h1c6620528301cb18_1_10"/>
            <p:cNvSpPr/>
            <p:nvPr/>
          </p:nvSpPr>
          <p:spPr>
            <a:xfrm>
              <a:off x="0" y="0"/>
              <a:ext cx="1053780" cy="1252169"/>
            </a:xfrm>
            <a:custGeom>
              <a:rect b="b" l="l" r="r" t="t"/>
              <a:pathLst>
                <a:path extrusionOk="0" h="1252169" w="1053780">
                  <a:moveTo>
                    <a:pt x="98683" y="0"/>
                  </a:moveTo>
                  <a:lnTo>
                    <a:pt x="955097" y="0"/>
                  </a:lnTo>
                  <a:cubicBezTo>
                    <a:pt x="1009598" y="0"/>
                    <a:pt x="1053780" y="44182"/>
                    <a:pt x="1053780" y="98683"/>
                  </a:cubicBezTo>
                  <a:lnTo>
                    <a:pt x="1053780" y="1153486"/>
                  </a:lnTo>
                  <a:cubicBezTo>
                    <a:pt x="1053780" y="1207987"/>
                    <a:pt x="1009598" y="1252169"/>
                    <a:pt x="955097" y="1252169"/>
                  </a:cubicBezTo>
                  <a:lnTo>
                    <a:pt x="98683" y="1252169"/>
                  </a:lnTo>
                  <a:cubicBezTo>
                    <a:pt x="44182" y="1252169"/>
                    <a:pt x="0" y="1207987"/>
                    <a:pt x="0" y="1153486"/>
                  </a:cubicBezTo>
                  <a:lnTo>
                    <a:pt x="0" y="98683"/>
                  </a:lnTo>
                  <a:cubicBezTo>
                    <a:pt x="0" y="44182"/>
                    <a:pt x="44182" y="0"/>
                    <a:pt x="98683" y="0"/>
                  </a:cubicBez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h1c6620528301cb18_1_10"/>
            <p:cNvSpPr txBox="1"/>
            <p:nvPr/>
          </p:nvSpPr>
          <p:spPr>
            <a:xfrm>
              <a:off x="0" y="28575"/>
              <a:ext cx="1053900" cy="12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" name="Google Shape;28;h1c6620528301cb18_1_10"/>
          <p:cNvSpPr/>
          <p:nvPr>
            <p:ph idx="3" type="pic"/>
          </p:nvPr>
        </p:nvSpPr>
        <p:spPr>
          <a:xfrm>
            <a:off x="3428475" y="3321267"/>
            <a:ext cx="2667600" cy="3169800"/>
          </a:xfrm>
          <a:prstGeom prst="roundRect">
            <a:avLst>
              <a:gd fmla="val 11341" name="adj"/>
            </a:avLst>
          </a:prstGeom>
          <a:noFill/>
          <a:ln>
            <a:noFill/>
          </a:ln>
        </p:spPr>
      </p:sp>
      <p:grpSp>
        <p:nvGrpSpPr>
          <p:cNvPr id="29" name="Google Shape;29;h1c6620528301cb18_1_10"/>
          <p:cNvGrpSpPr/>
          <p:nvPr/>
        </p:nvGrpSpPr>
        <p:grpSpPr>
          <a:xfrm>
            <a:off x="341413" y="3349941"/>
            <a:ext cx="2667632" cy="3169884"/>
            <a:chOff x="0" y="0"/>
            <a:chExt cx="1053900" cy="1252275"/>
          </a:xfrm>
        </p:grpSpPr>
        <p:sp>
          <p:nvSpPr>
            <p:cNvPr id="30" name="Google Shape;30;h1c6620528301cb18_1_10"/>
            <p:cNvSpPr/>
            <p:nvPr/>
          </p:nvSpPr>
          <p:spPr>
            <a:xfrm>
              <a:off x="0" y="0"/>
              <a:ext cx="1053780" cy="1252169"/>
            </a:xfrm>
            <a:custGeom>
              <a:rect b="b" l="l" r="r" t="t"/>
              <a:pathLst>
                <a:path extrusionOk="0" h="1252169" w="1053780">
                  <a:moveTo>
                    <a:pt x="98683" y="0"/>
                  </a:moveTo>
                  <a:lnTo>
                    <a:pt x="955097" y="0"/>
                  </a:lnTo>
                  <a:cubicBezTo>
                    <a:pt x="1009598" y="0"/>
                    <a:pt x="1053780" y="44182"/>
                    <a:pt x="1053780" y="98683"/>
                  </a:cubicBezTo>
                  <a:lnTo>
                    <a:pt x="1053780" y="1153486"/>
                  </a:lnTo>
                  <a:cubicBezTo>
                    <a:pt x="1053780" y="1207987"/>
                    <a:pt x="1009598" y="1252169"/>
                    <a:pt x="955097" y="1252169"/>
                  </a:cubicBezTo>
                  <a:lnTo>
                    <a:pt x="98683" y="1252169"/>
                  </a:lnTo>
                  <a:cubicBezTo>
                    <a:pt x="44182" y="1252169"/>
                    <a:pt x="0" y="1207987"/>
                    <a:pt x="0" y="1153486"/>
                  </a:cubicBezTo>
                  <a:lnTo>
                    <a:pt x="0" y="98683"/>
                  </a:lnTo>
                  <a:cubicBezTo>
                    <a:pt x="0" y="44182"/>
                    <a:pt x="44182" y="0"/>
                    <a:pt x="98683" y="0"/>
                  </a:cubicBez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h1c6620528301cb18_1_10"/>
            <p:cNvSpPr txBox="1"/>
            <p:nvPr/>
          </p:nvSpPr>
          <p:spPr>
            <a:xfrm>
              <a:off x="0" y="28575"/>
              <a:ext cx="1053900" cy="12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2" name="Google Shape;32;h1c6620528301cb18_1_10"/>
          <p:cNvCxnSpPr/>
          <p:nvPr/>
        </p:nvCxnSpPr>
        <p:spPr>
          <a:xfrm>
            <a:off x="6413315" y="2162651"/>
            <a:ext cx="5420400" cy="0"/>
          </a:xfrm>
          <a:prstGeom prst="straightConnector1">
            <a:avLst/>
          </a:prstGeom>
          <a:noFill/>
          <a:ln cap="flat" cmpd="sng" w="12700">
            <a:solidFill>
              <a:srgbClr val="24242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" name="Google Shape;33;h1c6620528301cb18_1_10"/>
          <p:cNvCxnSpPr/>
          <p:nvPr/>
        </p:nvCxnSpPr>
        <p:spPr>
          <a:xfrm>
            <a:off x="6413315" y="3286474"/>
            <a:ext cx="5420400" cy="0"/>
          </a:xfrm>
          <a:prstGeom prst="straightConnector1">
            <a:avLst/>
          </a:prstGeom>
          <a:noFill/>
          <a:ln cap="flat" cmpd="sng" w="12700">
            <a:solidFill>
              <a:srgbClr val="24242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h1c6620528301cb18_1_10"/>
          <p:cNvCxnSpPr/>
          <p:nvPr/>
        </p:nvCxnSpPr>
        <p:spPr>
          <a:xfrm>
            <a:off x="6413315" y="4410297"/>
            <a:ext cx="5420400" cy="0"/>
          </a:xfrm>
          <a:prstGeom prst="straightConnector1">
            <a:avLst/>
          </a:prstGeom>
          <a:noFill/>
          <a:ln cap="flat" cmpd="sng" w="12700">
            <a:solidFill>
              <a:srgbClr val="24242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5" name="Google Shape;35;h1c6620528301cb18_1_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3530" y="3772817"/>
            <a:ext cx="1883083" cy="188308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" name="Google Shape;36;h1c6620528301cb18_1_10"/>
          <p:cNvCxnSpPr/>
          <p:nvPr/>
        </p:nvCxnSpPr>
        <p:spPr>
          <a:xfrm>
            <a:off x="6413315" y="5534121"/>
            <a:ext cx="5420400" cy="0"/>
          </a:xfrm>
          <a:prstGeom prst="straightConnector1">
            <a:avLst/>
          </a:prstGeom>
          <a:noFill/>
          <a:ln cap="flat" cmpd="sng" w="12700">
            <a:solidFill>
              <a:srgbClr val="24242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7" name="Google Shape;37;h1c6620528301cb18_1_10"/>
          <p:cNvGrpSpPr/>
          <p:nvPr/>
        </p:nvGrpSpPr>
        <p:grpSpPr>
          <a:xfrm>
            <a:off x="341413" y="338507"/>
            <a:ext cx="5754466" cy="2721930"/>
            <a:chOff x="0" y="0"/>
            <a:chExt cx="2273414" cy="1075309"/>
          </a:xfrm>
        </p:grpSpPr>
        <p:sp>
          <p:nvSpPr>
            <p:cNvPr id="38" name="Google Shape;38;h1c6620528301cb18_1_10"/>
            <p:cNvSpPr/>
            <p:nvPr/>
          </p:nvSpPr>
          <p:spPr>
            <a:xfrm>
              <a:off x="0" y="0"/>
              <a:ext cx="2273414" cy="1075309"/>
            </a:xfrm>
            <a:custGeom>
              <a:rect b="b" l="l" r="r" t="t"/>
              <a:pathLst>
                <a:path extrusionOk="0" h="1075309" w="2273414">
                  <a:moveTo>
                    <a:pt x="45742" y="0"/>
                  </a:moveTo>
                  <a:lnTo>
                    <a:pt x="2227672" y="0"/>
                  </a:lnTo>
                  <a:cubicBezTo>
                    <a:pt x="2239803" y="0"/>
                    <a:pt x="2251438" y="4819"/>
                    <a:pt x="2260016" y="13397"/>
                  </a:cubicBezTo>
                  <a:cubicBezTo>
                    <a:pt x="2268594" y="21976"/>
                    <a:pt x="2273414" y="33610"/>
                    <a:pt x="2273414" y="45742"/>
                  </a:cubicBezTo>
                  <a:lnTo>
                    <a:pt x="2273414" y="1029567"/>
                  </a:lnTo>
                  <a:cubicBezTo>
                    <a:pt x="2273414" y="1041698"/>
                    <a:pt x="2268594" y="1053333"/>
                    <a:pt x="2260016" y="1061911"/>
                  </a:cubicBezTo>
                  <a:cubicBezTo>
                    <a:pt x="2251438" y="1070489"/>
                    <a:pt x="2239803" y="1075309"/>
                    <a:pt x="2227672" y="1075309"/>
                  </a:cubicBezTo>
                  <a:lnTo>
                    <a:pt x="45742" y="1075309"/>
                  </a:lnTo>
                  <a:cubicBezTo>
                    <a:pt x="33610" y="1075309"/>
                    <a:pt x="21976" y="1070489"/>
                    <a:pt x="13397" y="1061911"/>
                  </a:cubicBezTo>
                  <a:cubicBezTo>
                    <a:pt x="4819" y="1053333"/>
                    <a:pt x="0" y="1041698"/>
                    <a:pt x="0" y="1029567"/>
                  </a:cubicBezTo>
                  <a:lnTo>
                    <a:pt x="0" y="45742"/>
                  </a:lnTo>
                  <a:cubicBezTo>
                    <a:pt x="0" y="33610"/>
                    <a:pt x="4819" y="21976"/>
                    <a:pt x="13397" y="13397"/>
                  </a:cubicBezTo>
                  <a:cubicBezTo>
                    <a:pt x="21976" y="4819"/>
                    <a:pt x="33610" y="0"/>
                    <a:pt x="45742" y="0"/>
                  </a:cubicBez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h1c6620528301cb18_1_10"/>
            <p:cNvSpPr txBox="1"/>
            <p:nvPr/>
          </p:nvSpPr>
          <p:spPr>
            <a:xfrm>
              <a:off x="0" y="28575"/>
              <a:ext cx="22734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" name="Google Shape;40;h1c6620528301cb18_1_10"/>
          <p:cNvSpPr txBox="1"/>
          <p:nvPr>
            <p:ph idx="4" type="subTitle"/>
          </p:nvPr>
        </p:nvSpPr>
        <p:spPr>
          <a:xfrm>
            <a:off x="657482" y="861067"/>
            <a:ext cx="5122200" cy="16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6400"/>
              <a:buNone/>
              <a:defRPr/>
            </a:lvl1pPr>
            <a:lvl2pPr lvl="1" algn="ctr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1" name="Google Shape;41;h1c6620528301cb18_1_10"/>
          <p:cNvSpPr txBox="1"/>
          <p:nvPr/>
        </p:nvSpPr>
        <p:spPr>
          <a:xfrm>
            <a:off x="1225250" y="5902315"/>
            <a:ext cx="89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Brand</a:t>
            </a:r>
            <a:endParaRPr sz="900"/>
          </a:p>
        </p:txBody>
      </p:sp>
      <p:sp>
        <p:nvSpPr>
          <p:cNvPr id="42" name="Google Shape;42;h1c6620528301cb18_1_10"/>
          <p:cNvSpPr txBox="1"/>
          <p:nvPr>
            <p:ph idx="5" type="body"/>
          </p:nvPr>
        </p:nvSpPr>
        <p:spPr>
          <a:xfrm>
            <a:off x="6844534" y="2754083"/>
            <a:ext cx="45933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b="0" sz="1400"/>
            </a:lvl1pPr>
            <a:lvl2pPr indent="-317500" lvl="1" marL="9144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–"/>
              <a:defRPr b="0" sz="1400"/>
            </a:lvl2pPr>
            <a:lvl3pPr indent="-317500" lvl="2" marL="13716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17500" lvl="5" marL="27432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43" name="Google Shape;43;h1c6620528301cb18_1_10"/>
          <p:cNvSpPr txBox="1"/>
          <p:nvPr>
            <p:ph idx="6" type="body"/>
          </p:nvPr>
        </p:nvSpPr>
        <p:spPr>
          <a:xfrm>
            <a:off x="6859300" y="2414433"/>
            <a:ext cx="45933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81000" lvl="1" marL="91440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–"/>
              <a:defRPr/>
            </a:lvl2pPr>
            <a:lvl3pPr indent="-381000" lvl="2" marL="137160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b="1" sz="2400"/>
            </a:lvl3pPr>
            <a:lvl4pPr indent="-381000" lvl="3" marL="182880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–"/>
              <a:defRPr b="1" sz="2400"/>
            </a:lvl4pPr>
            <a:lvl5pPr indent="-381000" lvl="4" marL="228600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»"/>
              <a:defRPr b="1" sz="2400"/>
            </a:lvl5pPr>
            <a:lvl6pPr indent="-381000" lvl="5" marL="274320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b="1" sz="2400"/>
            </a:lvl6pPr>
            <a:lvl7pPr indent="-381000" lvl="6" marL="320040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b="1" sz="2400"/>
            </a:lvl7pPr>
            <a:lvl8pPr indent="-381000" lvl="7" marL="365760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b="1" sz="2400"/>
            </a:lvl8pPr>
            <a:lvl9pPr indent="-381000" lvl="8" marL="411480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b="1" sz="2400"/>
            </a:lvl9pPr>
          </a:lstStyle>
          <a:p/>
        </p:txBody>
      </p:sp>
      <p:sp>
        <p:nvSpPr>
          <p:cNvPr id="44" name="Google Shape;44;h1c6620528301cb18_1_10"/>
          <p:cNvSpPr txBox="1"/>
          <p:nvPr>
            <p:ph idx="7" type="body"/>
          </p:nvPr>
        </p:nvSpPr>
        <p:spPr>
          <a:xfrm>
            <a:off x="6844534" y="3877908"/>
            <a:ext cx="45933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b="0" sz="1400"/>
            </a:lvl1pPr>
            <a:lvl2pPr indent="-317500" lvl="1" marL="9144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–"/>
              <a:defRPr b="0" sz="1400"/>
            </a:lvl2pPr>
            <a:lvl3pPr indent="-317500" lvl="2" marL="13716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17500" lvl="5" marL="27432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45" name="Google Shape;45;h1c6620528301cb18_1_10"/>
          <p:cNvSpPr txBox="1"/>
          <p:nvPr>
            <p:ph idx="8" type="body"/>
          </p:nvPr>
        </p:nvSpPr>
        <p:spPr>
          <a:xfrm>
            <a:off x="6859300" y="3538258"/>
            <a:ext cx="45933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81000" lvl="1" marL="91440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–"/>
              <a:defRPr/>
            </a:lvl2pPr>
            <a:lvl3pPr indent="-381000" lvl="2" marL="137160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b="1" sz="2400"/>
            </a:lvl3pPr>
            <a:lvl4pPr indent="-381000" lvl="3" marL="182880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–"/>
              <a:defRPr b="1" sz="2400"/>
            </a:lvl4pPr>
            <a:lvl5pPr indent="-381000" lvl="4" marL="228600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»"/>
              <a:defRPr b="1" sz="2400"/>
            </a:lvl5pPr>
            <a:lvl6pPr indent="-381000" lvl="5" marL="274320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b="1" sz="2400"/>
            </a:lvl6pPr>
            <a:lvl7pPr indent="-381000" lvl="6" marL="320040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b="1" sz="2400"/>
            </a:lvl7pPr>
            <a:lvl8pPr indent="-381000" lvl="7" marL="365760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b="1" sz="2400"/>
            </a:lvl8pPr>
            <a:lvl9pPr indent="-381000" lvl="8" marL="411480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b="1" sz="2400"/>
            </a:lvl9pPr>
          </a:lstStyle>
          <a:p/>
        </p:txBody>
      </p:sp>
      <p:sp>
        <p:nvSpPr>
          <p:cNvPr id="46" name="Google Shape;46;h1c6620528301cb18_1_10"/>
          <p:cNvSpPr txBox="1"/>
          <p:nvPr>
            <p:ph idx="9" type="body"/>
          </p:nvPr>
        </p:nvSpPr>
        <p:spPr>
          <a:xfrm>
            <a:off x="6844534" y="4948492"/>
            <a:ext cx="45933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b="0" sz="1400"/>
            </a:lvl1pPr>
            <a:lvl2pPr indent="-317500" lvl="1" marL="9144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–"/>
              <a:defRPr b="0" sz="1400"/>
            </a:lvl2pPr>
            <a:lvl3pPr indent="-317500" lvl="2" marL="13716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17500" lvl="5" marL="27432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47" name="Google Shape;47;h1c6620528301cb18_1_10"/>
          <p:cNvSpPr txBox="1"/>
          <p:nvPr>
            <p:ph idx="13" type="body"/>
          </p:nvPr>
        </p:nvSpPr>
        <p:spPr>
          <a:xfrm>
            <a:off x="6859300" y="4608842"/>
            <a:ext cx="45933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81000" lvl="1" marL="91440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–"/>
              <a:defRPr/>
            </a:lvl2pPr>
            <a:lvl3pPr indent="-381000" lvl="2" marL="137160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b="1" sz="2400"/>
            </a:lvl3pPr>
            <a:lvl4pPr indent="-381000" lvl="3" marL="182880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–"/>
              <a:defRPr b="1" sz="2400"/>
            </a:lvl4pPr>
            <a:lvl5pPr indent="-381000" lvl="4" marL="228600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»"/>
              <a:defRPr b="1" sz="2400"/>
            </a:lvl5pPr>
            <a:lvl6pPr indent="-381000" lvl="5" marL="274320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b="1" sz="2400"/>
            </a:lvl6pPr>
            <a:lvl7pPr indent="-381000" lvl="6" marL="320040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b="1" sz="2400"/>
            </a:lvl7pPr>
            <a:lvl8pPr indent="-381000" lvl="7" marL="365760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b="1" sz="2400"/>
            </a:lvl8pPr>
            <a:lvl9pPr indent="-381000" lvl="8" marL="411480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h1c6620528301cb18_1_39"/>
          <p:cNvGrpSpPr/>
          <p:nvPr/>
        </p:nvGrpSpPr>
        <p:grpSpPr>
          <a:xfrm>
            <a:off x="341413" y="338507"/>
            <a:ext cx="11508929" cy="6181108"/>
            <a:chOff x="0" y="0"/>
            <a:chExt cx="4546827" cy="2441871"/>
          </a:xfrm>
        </p:grpSpPr>
        <p:sp>
          <p:nvSpPr>
            <p:cNvPr id="50" name="Google Shape;50;h1c6620528301cb18_1_39"/>
            <p:cNvSpPr/>
            <p:nvPr/>
          </p:nvSpPr>
          <p:spPr>
            <a:xfrm>
              <a:off x="0" y="0"/>
              <a:ext cx="4546827" cy="2441871"/>
            </a:xfrm>
            <a:custGeom>
              <a:rect b="b" l="l" r="r" t="t"/>
              <a:pathLst>
                <a:path extrusionOk="0" h="2441871" w="4546827">
                  <a:moveTo>
                    <a:pt x="22871" y="0"/>
                  </a:moveTo>
                  <a:lnTo>
                    <a:pt x="4523956" y="0"/>
                  </a:lnTo>
                  <a:cubicBezTo>
                    <a:pt x="4536587" y="0"/>
                    <a:pt x="4546827" y="10240"/>
                    <a:pt x="4546827" y="22871"/>
                  </a:cubicBezTo>
                  <a:lnTo>
                    <a:pt x="4546827" y="2419001"/>
                  </a:lnTo>
                  <a:cubicBezTo>
                    <a:pt x="4546827" y="2425066"/>
                    <a:pt x="4544418" y="2430884"/>
                    <a:pt x="4540128" y="2435173"/>
                  </a:cubicBezTo>
                  <a:cubicBezTo>
                    <a:pt x="4535839" y="2439462"/>
                    <a:pt x="4530022" y="2441871"/>
                    <a:pt x="4523956" y="2441871"/>
                  </a:cubicBezTo>
                  <a:lnTo>
                    <a:pt x="22871" y="2441871"/>
                  </a:lnTo>
                  <a:cubicBezTo>
                    <a:pt x="10240" y="2441871"/>
                    <a:pt x="0" y="2431632"/>
                    <a:pt x="0" y="2419001"/>
                  </a:cubicBezTo>
                  <a:lnTo>
                    <a:pt x="0" y="22871"/>
                  </a:lnTo>
                  <a:cubicBezTo>
                    <a:pt x="0" y="10240"/>
                    <a:pt x="10240" y="0"/>
                    <a:pt x="22871" y="0"/>
                  </a:cubicBezTo>
                  <a:close/>
                </a:path>
              </a:pathLst>
            </a:custGeom>
            <a:gradFill>
              <a:gsLst>
                <a:gs pos="0">
                  <a:srgbClr val="1B1B1B"/>
                </a:gs>
                <a:gs pos="50000">
                  <a:srgbClr val="1B1B1B"/>
                </a:gs>
                <a:gs pos="100000">
                  <a:srgbClr val="626262">
                    <a:alpha val="23922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h1c6620528301cb18_1_39"/>
            <p:cNvSpPr txBox="1"/>
            <p:nvPr/>
          </p:nvSpPr>
          <p:spPr>
            <a:xfrm>
              <a:off x="0" y="28575"/>
              <a:ext cx="4546800" cy="24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" name="Google Shape;52;h1c6620528301cb18_1_39"/>
          <p:cNvSpPr/>
          <p:nvPr>
            <p:ph idx="2" type="pic"/>
          </p:nvPr>
        </p:nvSpPr>
        <p:spPr>
          <a:xfrm>
            <a:off x="367624" y="334217"/>
            <a:ext cx="11508900" cy="6180900"/>
          </a:xfrm>
          <a:prstGeom prst="roundRect">
            <a:avLst>
              <a:gd fmla="val 1817" name="adj"/>
            </a:avLst>
          </a:prstGeom>
          <a:noFill/>
          <a:ln>
            <a:noFill/>
          </a:ln>
        </p:spPr>
      </p:sp>
      <p:sp>
        <p:nvSpPr>
          <p:cNvPr id="53" name="Google Shape;53;h1c6620528301cb18_1_39"/>
          <p:cNvSpPr txBox="1"/>
          <p:nvPr>
            <p:ph type="title"/>
          </p:nvPr>
        </p:nvSpPr>
        <p:spPr>
          <a:xfrm>
            <a:off x="1227634" y="2723450"/>
            <a:ext cx="9764400" cy="14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4" name="Google Shape;54;h1c6620528301cb18_1_39"/>
          <p:cNvSpPr txBox="1"/>
          <p:nvPr/>
        </p:nvSpPr>
        <p:spPr>
          <a:xfrm>
            <a:off x="736580" y="582930"/>
            <a:ext cx="899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Brand</a:t>
            </a:r>
            <a:endParaRPr sz="900"/>
          </a:p>
        </p:txBody>
      </p:sp>
      <p:sp>
        <p:nvSpPr>
          <p:cNvPr id="55" name="Google Shape;55;h1c6620528301cb18_1_39"/>
          <p:cNvSpPr txBox="1"/>
          <p:nvPr>
            <p:ph idx="1" type="body"/>
          </p:nvPr>
        </p:nvSpPr>
        <p:spPr>
          <a:xfrm>
            <a:off x="735247" y="568150"/>
            <a:ext cx="952500" cy="1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1pPr>
            <a:lvl2pPr indent="-298450" lvl="1" marL="914400">
              <a:spcBef>
                <a:spcPts val="400"/>
              </a:spcBef>
              <a:spcAft>
                <a:spcPts val="0"/>
              </a:spcAft>
              <a:buSzPts val="1100"/>
              <a:buChar char="–"/>
              <a:defRPr sz="1100"/>
            </a:lvl2pPr>
            <a:lvl3pPr indent="-298450" lvl="2" marL="1371600">
              <a:spcBef>
                <a:spcPts val="400"/>
              </a:spcBef>
              <a:spcAft>
                <a:spcPts val="0"/>
              </a:spcAft>
              <a:buSzPts val="1100"/>
              <a:buChar char="•"/>
              <a:defRPr b="1" sz="1100"/>
            </a:lvl3pPr>
            <a:lvl4pPr indent="-298450" lvl="3" marL="1828800">
              <a:spcBef>
                <a:spcPts val="400"/>
              </a:spcBef>
              <a:spcAft>
                <a:spcPts val="0"/>
              </a:spcAft>
              <a:buSzPts val="1100"/>
              <a:buChar char="–"/>
              <a:defRPr b="1" sz="1100"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»"/>
              <a:defRPr b="1" sz="1100"/>
            </a:lvl5pPr>
            <a:lvl6pPr indent="-298450" lvl="5" marL="2743200">
              <a:spcBef>
                <a:spcPts val="400"/>
              </a:spcBef>
              <a:spcAft>
                <a:spcPts val="0"/>
              </a:spcAft>
              <a:buSzPts val="1100"/>
              <a:buChar char="•"/>
              <a:defRPr b="1" sz="1100"/>
            </a:lvl6pPr>
            <a:lvl7pPr indent="-298450" lvl="6" marL="3200400">
              <a:spcBef>
                <a:spcPts val="400"/>
              </a:spcBef>
              <a:spcAft>
                <a:spcPts val="0"/>
              </a:spcAft>
              <a:buSzPts val="1100"/>
              <a:buChar char="•"/>
              <a:defRPr b="1" sz="1100"/>
            </a:lvl7pPr>
            <a:lvl8pPr indent="-298450" lvl="7" marL="3657600">
              <a:spcBef>
                <a:spcPts val="400"/>
              </a:spcBef>
              <a:spcAft>
                <a:spcPts val="0"/>
              </a:spcAft>
              <a:buSzPts val="1100"/>
              <a:buChar char="•"/>
              <a:defRPr b="1" sz="1100"/>
            </a:lvl8pPr>
            <a:lvl9pPr indent="-298450" lvl="8" marL="4114800">
              <a:spcBef>
                <a:spcPts val="400"/>
              </a:spcBef>
              <a:spcAft>
                <a:spcPts val="0"/>
              </a:spcAft>
              <a:buSzPts val="1100"/>
              <a:buChar char="•"/>
              <a:defRPr b="1" sz="11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 type="secHead">
  <p:cSld name="SECTION_HEAD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h1c6620528301cb18_1_47"/>
          <p:cNvGrpSpPr/>
          <p:nvPr/>
        </p:nvGrpSpPr>
        <p:grpSpPr>
          <a:xfrm>
            <a:off x="6413315" y="338507"/>
            <a:ext cx="5437018" cy="6181108"/>
            <a:chOff x="0" y="0"/>
            <a:chExt cx="2148000" cy="2441871"/>
          </a:xfrm>
        </p:grpSpPr>
        <p:sp>
          <p:nvSpPr>
            <p:cNvPr id="58" name="Google Shape;58;h1c6620528301cb18_1_47"/>
            <p:cNvSpPr/>
            <p:nvPr/>
          </p:nvSpPr>
          <p:spPr>
            <a:xfrm>
              <a:off x="0" y="0"/>
              <a:ext cx="2147987" cy="2441871"/>
            </a:xfrm>
            <a:custGeom>
              <a:rect b="b" l="l" r="r" t="t"/>
              <a:pathLst>
                <a:path extrusionOk="0" h="2441871" w="2147987">
                  <a:moveTo>
                    <a:pt x="48413" y="0"/>
                  </a:moveTo>
                  <a:lnTo>
                    <a:pt x="2099574" y="0"/>
                  </a:lnTo>
                  <a:cubicBezTo>
                    <a:pt x="2112414" y="0"/>
                    <a:pt x="2124728" y="5101"/>
                    <a:pt x="2133807" y="14180"/>
                  </a:cubicBezTo>
                  <a:cubicBezTo>
                    <a:pt x="2142886" y="23259"/>
                    <a:pt x="2147987" y="35573"/>
                    <a:pt x="2147987" y="48413"/>
                  </a:cubicBezTo>
                  <a:lnTo>
                    <a:pt x="2147987" y="2393459"/>
                  </a:lnTo>
                  <a:cubicBezTo>
                    <a:pt x="2147987" y="2406298"/>
                    <a:pt x="2142886" y="2418612"/>
                    <a:pt x="2133807" y="2427692"/>
                  </a:cubicBezTo>
                  <a:cubicBezTo>
                    <a:pt x="2124728" y="2436771"/>
                    <a:pt x="2112414" y="2441871"/>
                    <a:pt x="2099574" y="2441871"/>
                  </a:cubicBezTo>
                  <a:lnTo>
                    <a:pt x="48413" y="2441871"/>
                  </a:lnTo>
                  <a:cubicBezTo>
                    <a:pt x="21675" y="2441871"/>
                    <a:pt x="0" y="2420196"/>
                    <a:pt x="0" y="2393459"/>
                  </a:cubicBezTo>
                  <a:lnTo>
                    <a:pt x="0" y="48413"/>
                  </a:lnTo>
                  <a:cubicBezTo>
                    <a:pt x="0" y="35573"/>
                    <a:pt x="5101" y="23259"/>
                    <a:pt x="14180" y="14180"/>
                  </a:cubicBezTo>
                  <a:cubicBezTo>
                    <a:pt x="23259" y="5101"/>
                    <a:pt x="35573" y="0"/>
                    <a:pt x="48413" y="0"/>
                  </a:cubicBezTo>
                  <a:close/>
                </a:path>
              </a:pathLst>
            </a:custGeom>
            <a:gradFill>
              <a:gsLst>
                <a:gs pos="0">
                  <a:srgbClr val="1B1B1B"/>
                </a:gs>
                <a:gs pos="50000">
                  <a:srgbClr val="1B1B1B"/>
                </a:gs>
                <a:gs pos="100000">
                  <a:srgbClr val="626262">
                    <a:alpha val="23922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h1c6620528301cb18_1_47"/>
            <p:cNvSpPr txBox="1"/>
            <p:nvPr/>
          </p:nvSpPr>
          <p:spPr>
            <a:xfrm>
              <a:off x="0" y="28575"/>
              <a:ext cx="2148000" cy="24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" name="Google Shape;60;h1c6620528301cb18_1_47"/>
          <p:cNvSpPr/>
          <p:nvPr>
            <p:ph idx="2" type="pic"/>
          </p:nvPr>
        </p:nvSpPr>
        <p:spPr>
          <a:xfrm>
            <a:off x="6413296" y="338517"/>
            <a:ext cx="5437200" cy="6180900"/>
          </a:xfrm>
          <a:prstGeom prst="roundRect">
            <a:avLst>
              <a:gd fmla="val 2453" name="adj"/>
            </a:avLst>
          </a:prstGeom>
          <a:noFill/>
          <a:ln>
            <a:noFill/>
          </a:ln>
        </p:spPr>
      </p:sp>
      <p:grpSp>
        <p:nvGrpSpPr>
          <p:cNvPr id="61" name="Google Shape;61;h1c6620528301cb18_1_47"/>
          <p:cNvGrpSpPr/>
          <p:nvPr/>
        </p:nvGrpSpPr>
        <p:grpSpPr>
          <a:xfrm>
            <a:off x="341413" y="3429000"/>
            <a:ext cx="5754466" cy="3090907"/>
            <a:chOff x="0" y="0"/>
            <a:chExt cx="2273414" cy="1221075"/>
          </a:xfrm>
        </p:grpSpPr>
        <p:sp>
          <p:nvSpPr>
            <p:cNvPr id="62" name="Google Shape;62;h1c6620528301cb18_1_47"/>
            <p:cNvSpPr/>
            <p:nvPr/>
          </p:nvSpPr>
          <p:spPr>
            <a:xfrm>
              <a:off x="0" y="0"/>
              <a:ext cx="2273414" cy="1220936"/>
            </a:xfrm>
            <a:custGeom>
              <a:rect b="b" l="l" r="r" t="t"/>
              <a:pathLst>
                <a:path extrusionOk="0" h="1220936" w="2273414">
                  <a:moveTo>
                    <a:pt x="45742" y="0"/>
                  </a:moveTo>
                  <a:lnTo>
                    <a:pt x="2227672" y="0"/>
                  </a:lnTo>
                  <a:cubicBezTo>
                    <a:pt x="2239803" y="0"/>
                    <a:pt x="2251438" y="4819"/>
                    <a:pt x="2260016" y="13397"/>
                  </a:cubicBezTo>
                  <a:cubicBezTo>
                    <a:pt x="2268594" y="21976"/>
                    <a:pt x="2273414" y="33610"/>
                    <a:pt x="2273414" y="45742"/>
                  </a:cubicBezTo>
                  <a:lnTo>
                    <a:pt x="2273414" y="1175194"/>
                  </a:lnTo>
                  <a:cubicBezTo>
                    <a:pt x="2273414" y="1187325"/>
                    <a:pt x="2268594" y="1198960"/>
                    <a:pt x="2260016" y="1207538"/>
                  </a:cubicBezTo>
                  <a:cubicBezTo>
                    <a:pt x="2251438" y="1216117"/>
                    <a:pt x="2239803" y="1220936"/>
                    <a:pt x="2227672" y="1220936"/>
                  </a:cubicBezTo>
                  <a:lnTo>
                    <a:pt x="45742" y="1220936"/>
                  </a:lnTo>
                  <a:cubicBezTo>
                    <a:pt x="33610" y="1220936"/>
                    <a:pt x="21976" y="1216117"/>
                    <a:pt x="13397" y="1207538"/>
                  </a:cubicBezTo>
                  <a:cubicBezTo>
                    <a:pt x="4819" y="1198960"/>
                    <a:pt x="0" y="1187325"/>
                    <a:pt x="0" y="1175194"/>
                  </a:cubicBezTo>
                  <a:lnTo>
                    <a:pt x="0" y="45742"/>
                  </a:lnTo>
                  <a:cubicBezTo>
                    <a:pt x="0" y="33610"/>
                    <a:pt x="4819" y="21976"/>
                    <a:pt x="13397" y="13397"/>
                  </a:cubicBezTo>
                  <a:cubicBezTo>
                    <a:pt x="21976" y="4819"/>
                    <a:pt x="33610" y="0"/>
                    <a:pt x="45742" y="0"/>
                  </a:cubicBez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h1c6620528301cb18_1_47"/>
            <p:cNvSpPr txBox="1"/>
            <p:nvPr/>
          </p:nvSpPr>
          <p:spPr>
            <a:xfrm>
              <a:off x="0" y="28575"/>
              <a:ext cx="2273400" cy="11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" name="Google Shape;64;h1c6620528301cb18_1_47"/>
          <p:cNvSpPr txBox="1"/>
          <p:nvPr>
            <p:ph idx="1" type="body"/>
          </p:nvPr>
        </p:nvSpPr>
        <p:spPr>
          <a:xfrm>
            <a:off x="694048" y="3972450"/>
            <a:ext cx="5027700" cy="21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ctr">
              <a:spcBef>
                <a:spcPts val="400"/>
              </a:spcBef>
              <a:spcAft>
                <a:spcPts val="0"/>
              </a:spcAft>
              <a:buSzPts val="1400"/>
              <a:buChar char="•"/>
              <a:defRPr b="0" sz="1400"/>
            </a:lvl1pPr>
            <a:lvl2pPr indent="-317500" lvl="1" marL="914400" algn="ctr">
              <a:spcBef>
                <a:spcPts val="400"/>
              </a:spcBef>
              <a:spcAft>
                <a:spcPts val="0"/>
              </a:spcAft>
              <a:buSzPts val="1400"/>
              <a:buChar char="–"/>
              <a:defRPr b="0" sz="1400"/>
            </a:lvl2pPr>
            <a:lvl3pPr indent="-317500" lvl="2" marL="1371600" algn="ctr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ctr">
              <a:spcBef>
                <a:spcPts val="40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ctr">
              <a:spcBef>
                <a:spcPts val="40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17500" lvl="5" marL="2743200" algn="ctr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algn="ctr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algn="ctr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algn="ctr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9pPr>
          </a:lstStyle>
          <a:p/>
        </p:txBody>
      </p:sp>
      <p:grpSp>
        <p:nvGrpSpPr>
          <p:cNvPr id="65" name="Google Shape;65;h1c6620528301cb18_1_47"/>
          <p:cNvGrpSpPr/>
          <p:nvPr/>
        </p:nvGrpSpPr>
        <p:grpSpPr>
          <a:xfrm>
            <a:off x="341413" y="338507"/>
            <a:ext cx="5754466" cy="2721930"/>
            <a:chOff x="0" y="0"/>
            <a:chExt cx="2273414" cy="1075309"/>
          </a:xfrm>
        </p:grpSpPr>
        <p:sp>
          <p:nvSpPr>
            <p:cNvPr id="66" name="Google Shape;66;h1c6620528301cb18_1_47"/>
            <p:cNvSpPr/>
            <p:nvPr/>
          </p:nvSpPr>
          <p:spPr>
            <a:xfrm>
              <a:off x="0" y="0"/>
              <a:ext cx="2273414" cy="1075309"/>
            </a:xfrm>
            <a:custGeom>
              <a:rect b="b" l="l" r="r" t="t"/>
              <a:pathLst>
                <a:path extrusionOk="0" h="1075309" w="2273414">
                  <a:moveTo>
                    <a:pt x="45742" y="0"/>
                  </a:moveTo>
                  <a:lnTo>
                    <a:pt x="2227672" y="0"/>
                  </a:lnTo>
                  <a:cubicBezTo>
                    <a:pt x="2239803" y="0"/>
                    <a:pt x="2251438" y="4819"/>
                    <a:pt x="2260016" y="13397"/>
                  </a:cubicBezTo>
                  <a:cubicBezTo>
                    <a:pt x="2268594" y="21976"/>
                    <a:pt x="2273414" y="33610"/>
                    <a:pt x="2273414" y="45742"/>
                  </a:cubicBezTo>
                  <a:lnTo>
                    <a:pt x="2273414" y="1029567"/>
                  </a:lnTo>
                  <a:cubicBezTo>
                    <a:pt x="2273414" y="1041698"/>
                    <a:pt x="2268594" y="1053333"/>
                    <a:pt x="2260016" y="1061911"/>
                  </a:cubicBezTo>
                  <a:cubicBezTo>
                    <a:pt x="2251438" y="1070489"/>
                    <a:pt x="2239803" y="1075309"/>
                    <a:pt x="2227672" y="1075309"/>
                  </a:cubicBezTo>
                  <a:lnTo>
                    <a:pt x="45742" y="1075309"/>
                  </a:lnTo>
                  <a:cubicBezTo>
                    <a:pt x="33610" y="1075309"/>
                    <a:pt x="21976" y="1070489"/>
                    <a:pt x="13397" y="1061911"/>
                  </a:cubicBezTo>
                  <a:cubicBezTo>
                    <a:pt x="4819" y="1053333"/>
                    <a:pt x="0" y="1041698"/>
                    <a:pt x="0" y="1029567"/>
                  </a:cubicBezTo>
                  <a:lnTo>
                    <a:pt x="0" y="45742"/>
                  </a:lnTo>
                  <a:cubicBezTo>
                    <a:pt x="0" y="33610"/>
                    <a:pt x="4819" y="21976"/>
                    <a:pt x="13397" y="13397"/>
                  </a:cubicBezTo>
                  <a:cubicBezTo>
                    <a:pt x="21976" y="4819"/>
                    <a:pt x="33610" y="0"/>
                    <a:pt x="45742" y="0"/>
                  </a:cubicBez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h1c6620528301cb18_1_47"/>
            <p:cNvSpPr txBox="1"/>
            <p:nvPr/>
          </p:nvSpPr>
          <p:spPr>
            <a:xfrm>
              <a:off x="0" y="28575"/>
              <a:ext cx="22734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" name="Google Shape;68;h1c6620528301cb18_1_47"/>
          <p:cNvSpPr txBox="1"/>
          <p:nvPr>
            <p:ph idx="3" type="subTitle"/>
          </p:nvPr>
        </p:nvSpPr>
        <p:spPr>
          <a:xfrm>
            <a:off x="500112" y="806050"/>
            <a:ext cx="5437200" cy="17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6400"/>
              <a:buNone/>
              <a:defRPr/>
            </a:lvl1pPr>
            <a:lvl2pPr lvl="1" algn="ctr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llery" type="twoObj">
  <p:cSld name="TWO_OBJECT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h1c6620528301cb18_1_60"/>
          <p:cNvSpPr/>
          <p:nvPr>
            <p:ph idx="2" type="pic"/>
          </p:nvPr>
        </p:nvSpPr>
        <p:spPr>
          <a:xfrm>
            <a:off x="3968644" y="4635500"/>
            <a:ext cx="4239600" cy="1881900"/>
          </a:xfrm>
          <a:prstGeom prst="roundRect">
            <a:avLst>
              <a:gd fmla="val 11335" name="adj"/>
            </a:avLst>
          </a:prstGeom>
          <a:noFill/>
          <a:ln>
            <a:noFill/>
          </a:ln>
        </p:spPr>
      </p:sp>
      <p:sp>
        <p:nvSpPr>
          <p:cNvPr id="71" name="Google Shape;71;h1c6620528301cb18_1_60"/>
          <p:cNvSpPr/>
          <p:nvPr>
            <p:ph idx="3" type="pic"/>
          </p:nvPr>
        </p:nvSpPr>
        <p:spPr>
          <a:xfrm>
            <a:off x="3975486" y="340517"/>
            <a:ext cx="4239600" cy="1881900"/>
          </a:xfrm>
          <a:prstGeom prst="roundRect">
            <a:avLst>
              <a:gd fmla="val 11335" name="adj"/>
            </a:avLst>
          </a:prstGeom>
          <a:noFill/>
          <a:ln>
            <a:noFill/>
          </a:ln>
        </p:spPr>
      </p:sp>
      <p:sp>
        <p:nvSpPr>
          <p:cNvPr id="72" name="Google Shape;72;h1c6620528301cb18_1_60"/>
          <p:cNvSpPr/>
          <p:nvPr>
            <p:ph idx="4" type="pic"/>
          </p:nvPr>
        </p:nvSpPr>
        <p:spPr>
          <a:xfrm>
            <a:off x="8380725" y="340517"/>
            <a:ext cx="3468600" cy="1881900"/>
          </a:xfrm>
          <a:prstGeom prst="roundRect">
            <a:avLst>
              <a:gd fmla="val 11335" name="adj"/>
            </a:avLst>
          </a:prstGeom>
          <a:noFill/>
          <a:ln>
            <a:noFill/>
          </a:ln>
        </p:spPr>
      </p:sp>
      <p:sp>
        <p:nvSpPr>
          <p:cNvPr id="73" name="Google Shape;73;h1c6620528301cb18_1_60"/>
          <p:cNvSpPr/>
          <p:nvPr>
            <p:ph idx="5" type="pic"/>
          </p:nvPr>
        </p:nvSpPr>
        <p:spPr>
          <a:xfrm>
            <a:off x="327740" y="4635500"/>
            <a:ext cx="3468600" cy="1881900"/>
          </a:xfrm>
          <a:prstGeom prst="roundRect">
            <a:avLst>
              <a:gd fmla="val 11335" name="adj"/>
            </a:avLst>
          </a:prstGeom>
          <a:noFill/>
          <a:ln>
            <a:noFill/>
          </a:ln>
        </p:spPr>
      </p:sp>
      <p:sp>
        <p:nvSpPr>
          <p:cNvPr id="74" name="Google Shape;74;h1c6620528301cb18_1_60"/>
          <p:cNvSpPr/>
          <p:nvPr>
            <p:ph idx="6" type="pic"/>
          </p:nvPr>
        </p:nvSpPr>
        <p:spPr>
          <a:xfrm>
            <a:off x="341441" y="340517"/>
            <a:ext cx="3468600" cy="4015800"/>
          </a:xfrm>
          <a:prstGeom prst="roundRect">
            <a:avLst>
              <a:gd fmla="val 11335" name="adj"/>
            </a:avLst>
          </a:prstGeom>
          <a:noFill/>
          <a:ln>
            <a:noFill/>
          </a:ln>
        </p:spPr>
      </p:sp>
      <p:sp>
        <p:nvSpPr>
          <p:cNvPr id="75" name="Google Shape;75;h1c6620528301cb18_1_60"/>
          <p:cNvSpPr/>
          <p:nvPr>
            <p:ph idx="7" type="pic"/>
          </p:nvPr>
        </p:nvSpPr>
        <p:spPr>
          <a:xfrm>
            <a:off x="8381743" y="2505300"/>
            <a:ext cx="3468600" cy="4015800"/>
          </a:xfrm>
          <a:prstGeom prst="roundRect">
            <a:avLst>
              <a:gd fmla="val 11335" name="adj"/>
            </a:avLst>
          </a:prstGeom>
          <a:noFill/>
          <a:ln>
            <a:noFill/>
          </a:ln>
        </p:spPr>
      </p:sp>
      <p:grpSp>
        <p:nvGrpSpPr>
          <p:cNvPr id="76" name="Google Shape;76;h1c6620528301cb18_1_60"/>
          <p:cNvGrpSpPr/>
          <p:nvPr/>
        </p:nvGrpSpPr>
        <p:grpSpPr>
          <a:xfrm>
            <a:off x="3976049" y="2493562"/>
            <a:ext cx="4239606" cy="1870914"/>
            <a:chOff x="0" y="0"/>
            <a:chExt cx="1674939" cy="739112"/>
          </a:xfrm>
        </p:grpSpPr>
        <p:sp>
          <p:nvSpPr>
            <p:cNvPr id="77" name="Google Shape;77;h1c6620528301cb18_1_60"/>
            <p:cNvSpPr/>
            <p:nvPr/>
          </p:nvSpPr>
          <p:spPr>
            <a:xfrm>
              <a:off x="0" y="0"/>
              <a:ext cx="1674939" cy="739112"/>
            </a:xfrm>
            <a:custGeom>
              <a:rect b="b" l="l" r="r" t="t"/>
              <a:pathLst>
                <a:path extrusionOk="0" h="739112" w="1674939">
                  <a:moveTo>
                    <a:pt x="62086" y="0"/>
                  </a:moveTo>
                  <a:lnTo>
                    <a:pt x="1612853" y="0"/>
                  </a:lnTo>
                  <a:cubicBezTo>
                    <a:pt x="1629320" y="0"/>
                    <a:pt x="1645112" y="6541"/>
                    <a:pt x="1656755" y="18185"/>
                  </a:cubicBezTo>
                  <a:cubicBezTo>
                    <a:pt x="1668398" y="29828"/>
                    <a:pt x="1674939" y="45620"/>
                    <a:pt x="1674939" y="62086"/>
                  </a:cubicBezTo>
                  <a:lnTo>
                    <a:pt x="1674939" y="677026"/>
                  </a:lnTo>
                  <a:cubicBezTo>
                    <a:pt x="1674939" y="711315"/>
                    <a:pt x="1647143" y="739112"/>
                    <a:pt x="1612853" y="739112"/>
                  </a:cubicBezTo>
                  <a:lnTo>
                    <a:pt x="62086" y="739112"/>
                  </a:lnTo>
                  <a:cubicBezTo>
                    <a:pt x="45620" y="739112"/>
                    <a:pt x="29828" y="732570"/>
                    <a:pt x="18185" y="720927"/>
                  </a:cubicBezTo>
                  <a:cubicBezTo>
                    <a:pt x="6541" y="709284"/>
                    <a:pt x="0" y="693492"/>
                    <a:pt x="0" y="677026"/>
                  </a:cubicBezTo>
                  <a:lnTo>
                    <a:pt x="0" y="62086"/>
                  </a:lnTo>
                  <a:cubicBezTo>
                    <a:pt x="0" y="45620"/>
                    <a:pt x="6541" y="29828"/>
                    <a:pt x="18185" y="18185"/>
                  </a:cubicBezTo>
                  <a:cubicBezTo>
                    <a:pt x="29828" y="6541"/>
                    <a:pt x="45620" y="0"/>
                    <a:pt x="62086" y="0"/>
                  </a:cubicBezTo>
                  <a:close/>
                </a:path>
              </a:pathLst>
            </a:custGeom>
            <a:gradFill>
              <a:gsLst>
                <a:gs pos="0">
                  <a:srgbClr val="1B1B1B"/>
                </a:gs>
                <a:gs pos="50000">
                  <a:srgbClr val="1B1B1B"/>
                </a:gs>
                <a:gs pos="100000">
                  <a:srgbClr val="626262">
                    <a:alpha val="23922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h1c6620528301cb18_1_60"/>
            <p:cNvSpPr txBox="1"/>
            <p:nvPr/>
          </p:nvSpPr>
          <p:spPr>
            <a:xfrm>
              <a:off x="0" y="28575"/>
              <a:ext cx="1674900" cy="71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" name="Google Shape;79;h1c6620528301cb18_1_60"/>
          <p:cNvSpPr txBox="1"/>
          <p:nvPr>
            <p:ph idx="1" type="subTitle"/>
          </p:nvPr>
        </p:nvSpPr>
        <p:spPr>
          <a:xfrm>
            <a:off x="4111799" y="3000383"/>
            <a:ext cx="3968100" cy="8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6400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8FAFC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h1c6620528301cb18_1_0"/>
          <p:cNvSpPr txBox="1"/>
          <p:nvPr>
            <p:ph type="title"/>
          </p:nvPr>
        </p:nvSpPr>
        <p:spPr>
          <a:xfrm>
            <a:off x="304792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100"/>
              <a:buFont typeface="Inter SemiBold"/>
              <a:buNone/>
              <a:defRPr i="0" sz="121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9pPr>
          </a:lstStyle>
          <a:p/>
        </p:txBody>
      </p:sp>
      <p:sp>
        <p:nvSpPr>
          <p:cNvPr id="11" name="Google Shape;11;h1c6620528301cb18_1_0"/>
          <p:cNvSpPr txBox="1"/>
          <p:nvPr>
            <p:ph idx="1" type="body"/>
          </p:nvPr>
        </p:nvSpPr>
        <p:spPr>
          <a:xfrm>
            <a:off x="304792" y="1066800"/>
            <a:ext cx="54864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635000" lvl="0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Inter"/>
              <a:buChar char="•"/>
              <a:defRPr b="1" i="0" sz="6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Char char="–"/>
              <a:defRPr b="1" i="0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Char char="•"/>
              <a:defRPr i="0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Char char="–"/>
              <a:defRPr i="0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Char char="»"/>
              <a:defRPr i="0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11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Char char="•"/>
              <a:defRPr i="0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11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Char char="•"/>
              <a:defRPr i="0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11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Char char="•"/>
              <a:defRPr i="0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11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Char char="•"/>
              <a:defRPr i="0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h1c6620528301cb18_1_0"/>
          <p:cNvSpPr txBox="1"/>
          <p:nvPr>
            <p:ph idx="10" type="dt"/>
          </p:nvPr>
        </p:nvSpPr>
        <p:spPr>
          <a:xfrm>
            <a:off x="304792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h1c6620528301cb18_1_0"/>
          <p:cNvSpPr txBox="1"/>
          <p:nvPr>
            <p:ph idx="11" type="ftr"/>
          </p:nvPr>
        </p:nvSpPr>
        <p:spPr>
          <a:xfrm>
            <a:off x="2082744" y="4237567"/>
            <a:ext cx="19302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h1c6620528301cb18_1_0"/>
          <p:cNvSpPr txBox="1"/>
          <p:nvPr>
            <p:ph idx="12" type="sldNum"/>
          </p:nvPr>
        </p:nvSpPr>
        <p:spPr>
          <a:xfrm>
            <a:off x="4368684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/>
          <p:nvPr/>
        </p:nvSpPr>
        <p:spPr>
          <a:xfrm>
            <a:off x="658368" y="1078992"/>
            <a:ext cx="5303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Play"/>
              <a:buNone/>
            </a:pPr>
            <a:r>
              <a:rPr b="1" i="0" lang="en-US" sz="43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StudyLens</a:t>
            </a:r>
            <a:endParaRPr b="0" i="0" sz="4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694944" y="1883664"/>
            <a:ext cx="5166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AI study companion for captured notes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713232" y="2779776"/>
            <a:ext cx="4800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Turns scans, handwriting, voice, typed notes, and imported files into study guides, quizzes, flashcards, and concept maps.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713232" y="3977640"/>
            <a:ext cx="3246120" cy="310896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334155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CSC 395 Advanced Swift App Development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857247" y="4426225"/>
            <a:ext cx="2958000" cy="31080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334155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Michael Amoo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713232" y="598932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Capture → Learn → Practice → Review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" title="Screenshot 2026-10-12 at 9.24.32 PM.png"/>
          <p:cNvPicPr preferRelativeResize="0"/>
          <p:nvPr/>
        </p:nvPicPr>
        <p:blipFill rotWithShape="1">
          <a:blip r:embed="rId3">
            <a:alphaModFix/>
          </a:blip>
          <a:srcRect b="0" l="0" r="6227" t="0"/>
          <a:stretch/>
        </p:blipFill>
        <p:spPr>
          <a:xfrm>
            <a:off x="5861300" y="2110200"/>
            <a:ext cx="5975951" cy="3419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502920" y="256032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502920" y="502920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300"/>
              <a:buFont typeface="Play"/>
              <a:buNone/>
            </a:pPr>
            <a:r>
              <a:rPr b="1" i="0" lang="en-US" sz="23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One workflow for turning rough material into practice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10716768" y="320040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StudyLens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creenshot 2026-10-12 at 3.16.15 AM.png" id="101" name="Google Shape;101;p2"/>
          <p:cNvPicPr preferRelativeResize="0"/>
          <p:nvPr/>
        </p:nvPicPr>
        <p:blipFill rotWithShape="1">
          <a:blip r:embed="rId3">
            <a:alphaModFix/>
          </a:blip>
          <a:srcRect b="8000" l="0" r="33782" t="8000"/>
          <a:stretch/>
        </p:blipFill>
        <p:spPr>
          <a:xfrm>
            <a:off x="530352" y="1207008"/>
            <a:ext cx="5321808" cy="37490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/>
          <p:nvPr/>
        </p:nvSpPr>
        <p:spPr>
          <a:xfrm>
            <a:off x="6309360" y="1252728"/>
            <a:ext cx="512064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app starts with real student material: paper notes, handwriting, voice, typed notes, or files. From there, StudyLens saves a clean note and builds study material from the selected source.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6355080" y="2852928"/>
            <a:ext cx="502920" cy="384048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6190488" y="3383280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Capture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7068312" y="288036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7616952" y="2852928"/>
            <a:ext cx="502920" cy="384048"/>
          </a:xfrm>
          <a:prstGeom prst="rect">
            <a:avLst/>
          </a:prstGeom>
          <a:solidFill>
            <a:srgbClr val="C026D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7452360" y="3383280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Save Notes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8330184" y="288036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8878824" y="2852928"/>
            <a:ext cx="502920" cy="38404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8714232" y="3383280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Generate Guide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9592056" y="288036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10140696" y="2852928"/>
            <a:ext cx="50292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9976104" y="3383280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Study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6309360" y="4251960"/>
            <a:ext cx="50292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30"/>
              <a:buFont typeface="Arial"/>
              <a:buNone/>
            </a:pPr>
            <a:r>
              <a:rPr b="0" i="0" lang="en-US" sz="12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One app instead of separate scanner, notes, flashcards, and quiz tools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30"/>
              <a:buFont typeface="Arial"/>
              <a:buNone/>
            </a:pPr>
            <a:r>
              <a:rPr b="0" i="0" lang="en-US" sz="12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Study source can be all notes, selected notes, or one note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30"/>
              <a:buFont typeface="Arial"/>
              <a:buNone/>
            </a:pPr>
            <a:r>
              <a:rPr b="0" i="0" lang="en-US" sz="12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Navigation keeps each tab stable without duplicated screens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502920" y="6528816"/>
            <a:ext cx="11155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Built with SwiftUI, SwiftData, Vision, PencilKit, Speech, PDFKit, Foundation Models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/>
          <p:nvPr/>
        </p:nvSpPr>
        <p:spPr>
          <a:xfrm>
            <a:off x="502920" y="256032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INPUT LAYER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502920" y="502920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300"/>
              <a:buFont typeface="Play"/>
              <a:buNone/>
            </a:pPr>
            <a:r>
              <a:rPr b="1" i="0" lang="en-US" sz="23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Capture and notes: multiple inputs, one saved study source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10716768" y="320040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StudyLens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creenshot 2026-10-12 at 3.20.11 AM.png" id="124" name="Google Shape;124;p3"/>
          <p:cNvPicPr preferRelativeResize="0"/>
          <p:nvPr/>
        </p:nvPicPr>
        <p:blipFill rotWithShape="1">
          <a:blip r:embed="rId3">
            <a:alphaModFix/>
          </a:blip>
          <a:srcRect b="15000" l="31000" r="27143" t="9000"/>
          <a:stretch/>
        </p:blipFill>
        <p:spPr>
          <a:xfrm>
            <a:off x="530352" y="1216152"/>
            <a:ext cx="3611880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Screenshot 2026-10-12 at 4.50.59 AM.png" id="125" name="Google Shape;125;p3"/>
          <p:cNvPicPr preferRelativeResize="0"/>
          <p:nvPr/>
        </p:nvPicPr>
        <p:blipFill rotWithShape="1">
          <a:blip r:embed="rId4">
            <a:alphaModFix/>
          </a:blip>
          <a:srcRect b="9000" l="31000" r="27326" t="5000"/>
          <a:stretch/>
        </p:blipFill>
        <p:spPr>
          <a:xfrm>
            <a:off x="4343400" y="1216152"/>
            <a:ext cx="324612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"/>
          <p:cNvSpPr/>
          <p:nvPr/>
        </p:nvSpPr>
        <p:spPr>
          <a:xfrm>
            <a:off x="7973568" y="118872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Capture options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7991856" y="1737360"/>
            <a:ext cx="347472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Vision OCR for image scans and image-only PDFs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PencilKit handwriting recognition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Speech dictation and typed notes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TXT, Markdown, CSV, DOCX, PPTX, XLSX, and PDF import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7991856" y="3986784"/>
            <a:ext cx="333756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Saved notes keep source metadata, import details, and edits through SwiftData, so later study guides can detect when source material changed.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502920" y="6528816"/>
            <a:ext cx="11155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Key frameworks: SwiftData, Vision, PencilKit, Speech, PDFKit, Compression, UniformTypeIdentifiers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/>
          <p:nvPr/>
        </p:nvSpPr>
        <p:spPr>
          <a:xfrm>
            <a:off x="502920" y="256032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GENERATION LAYER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02920" y="502920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300"/>
              <a:buFont typeface="Play"/>
              <a:buNone/>
            </a:pPr>
            <a:r>
              <a:rPr b="1" i="0" lang="en-US" sz="23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Foundation Models turns notes into a structured study guide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10716768" y="320040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StudyLens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creenshot 2026-10-12 at 4.56.10 AM.png" id="138" name="Google Shape;138;p4"/>
          <p:cNvPicPr preferRelativeResize="0"/>
          <p:nvPr/>
        </p:nvPicPr>
        <p:blipFill rotWithShape="1">
          <a:blip r:embed="rId3">
            <a:alphaModFix/>
          </a:blip>
          <a:srcRect b="9000" l="2000" r="26413" t="5000"/>
          <a:stretch/>
        </p:blipFill>
        <p:spPr>
          <a:xfrm>
            <a:off x="502920" y="1170432"/>
            <a:ext cx="6629400" cy="4892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4"/>
          <p:cNvSpPr/>
          <p:nvPr/>
        </p:nvSpPr>
        <p:spPr>
          <a:xfrm>
            <a:off x="7543800" y="1188720"/>
            <a:ext cx="3977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Generated sections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7571232" y="1755648"/>
            <a:ext cx="1371600" cy="310896"/>
          </a:xfrm>
          <a:prstGeom prst="rect">
            <a:avLst/>
          </a:prstGeom>
          <a:solidFill>
            <a:srgbClr val="EAF4FF"/>
          </a:solidFill>
          <a:ln cap="flat" cmpd="sng" w="9525">
            <a:solidFill>
              <a:srgbClr val="0A84FF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4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A84FF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9125712" y="1755648"/>
            <a:ext cx="1645920" cy="310896"/>
          </a:xfrm>
          <a:prstGeom prst="rect">
            <a:avLst/>
          </a:prstGeom>
          <a:solidFill>
            <a:srgbClr val="FFF4E6"/>
          </a:solidFill>
          <a:ln cap="flat" cmpd="sng" w="9525">
            <a:solidFill>
              <a:srgbClr val="F97316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Key Concepts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7571232" y="2212848"/>
            <a:ext cx="2057400" cy="310896"/>
          </a:xfrm>
          <a:prstGeom prst="rect">
            <a:avLst/>
          </a:prstGeom>
          <a:solidFill>
            <a:srgbClr val="ECFDF3"/>
          </a:solidFill>
          <a:ln cap="flat" cmpd="sng" w="9525">
            <a:solidFill>
              <a:srgbClr val="22C55E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Practice Questions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9857232" y="2212848"/>
            <a:ext cx="1353312" cy="310896"/>
          </a:xfrm>
          <a:prstGeom prst="rect">
            <a:avLst/>
          </a:prstGeom>
          <a:solidFill>
            <a:srgbClr val="FAE8FF"/>
          </a:solidFill>
          <a:ln cap="flat" cmpd="sng" w="9525">
            <a:solidFill>
              <a:srgbClr val="C026D3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26D3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026D3"/>
                </a:solidFill>
                <a:latin typeface="Arial"/>
                <a:ea typeface="Arial"/>
                <a:cs typeface="Arial"/>
                <a:sym typeface="Arial"/>
              </a:rPr>
              <a:t>Brain Map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7571232" y="2999232"/>
            <a:ext cx="361188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model receives only the notes selected in the source picker.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prompt asks for concise study material and refuses to invent details outside the notes.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Outdated guides show a warning after a source note changes.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7635240" y="5303520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7635240" y="6016752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source modes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9144000" y="5303520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6K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9144000" y="6016752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prompt budget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502920" y="6528816"/>
            <a:ext cx="11155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The guide is reused by Study, Quiz Me, Flashcards, and Brain Map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"/>
          <p:cNvSpPr/>
          <p:nvPr/>
        </p:nvSpPr>
        <p:spPr>
          <a:xfrm>
            <a:off x="502920" y="256032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PRACTICE LAYER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502920" y="502920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300"/>
              <a:buFont typeface="Play"/>
              <a:buNone/>
            </a:pPr>
            <a:r>
              <a:rPr b="1" i="0" lang="en-US" sz="23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Study tools give the guide several ways to practice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10716768" y="320040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StudyLens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creenshot 2026-10-12 at 6.40.24 AM.png" id="158" name="Google Shape;158;p5"/>
          <p:cNvPicPr preferRelativeResize="0"/>
          <p:nvPr/>
        </p:nvPicPr>
        <p:blipFill rotWithShape="1">
          <a:blip r:embed="rId3">
            <a:alphaModFix/>
          </a:blip>
          <a:srcRect b="25000" l="28000" r="18086" t="3000"/>
          <a:stretch/>
        </p:blipFill>
        <p:spPr>
          <a:xfrm>
            <a:off x="640080" y="1115568"/>
            <a:ext cx="585216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5"/>
          <p:cNvSpPr/>
          <p:nvPr/>
        </p:nvSpPr>
        <p:spPr>
          <a:xfrm>
            <a:off x="6995160" y="1225296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Flashcards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7022592" y="1783080"/>
            <a:ext cx="420624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Question cards and key-concept cards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Flip animation with Reduce Motion support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Know It / Review Again ratings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Shuffle, restart, read aloud, and auto-read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995160" y="3657600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Quiz Me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7022592" y="4224528"/>
            <a:ext cx="420624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Speak or type answers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On-device grading when available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Local fallback for short answers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Correct, Partially Correct, and Try Again feedback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02920" y="6528816"/>
            <a:ext cx="11155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Flashcards and Quiz Me use the same generated guide, but track their own session state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/>
          <p:nvPr/>
        </p:nvSpPr>
        <p:spPr>
          <a:xfrm>
            <a:off x="502920" y="256032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CONCEPT LAYER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02920" y="502920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300"/>
              <a:buFont typeface="Play"/>
              <a:buNone/>
            </a:pPr>
            <a:r>
              <a:rPr b="1" i="0" lang="en-US" sz="23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Brain Map and Learn More connect concepts without changing notes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10716768" y="320040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StudyLens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406640" y="1170432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Brain Map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24928" y="1719072"/>
            <a:ext cx="3931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Converts generated concepts into a radial graph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Nodes can open concept details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Labels stay inside the map after final layout fixes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7406640" y="349300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Wikipedia enrichment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7424928" y="4041648"/>
            <a:ext cx="3931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Learn More searches English Wikipedia only when tapped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Results are cached for the session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Add to Notes saves attribution and prevents duplicates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7424928" y="5641848"/>
            <a:ext cx="3749040" cy="310896"/>
          </a:xfrm>
          <a:prstGeom prst="rect">
            <a:avLst/>
          </a:prstGeom>
          <a:solidFill>
            <a:srgbClr val="ECFDF5"/>
          </a:solidFill>
          <a:ln cap="flat" cmpd="sng" w="9525">
            <a:solidFill>
              <a:srgbClr val="0F766E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20"/>
              <a:buFont typeface="Arial"/>
              <a:buNone/>
            </a:pPr>
            <a:r>
              <a:rPr b="1" i="0" lang="en-US" sz="92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External info never reaches the study guide unless saved as a note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02920" y="6528816"/>
            <a:ext cx="11155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Built with SwiftUI, SwiftData, Vision, PencilKit, Speech, PDFKit, Foundation Models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6" title="Screenshot 2026-10-12 at 9.28.38 PM.png"/>
          <p:cNvPicPr preferRelativeResize="0"/>
          <p:nvPr/>
        </p:nvPicPr>
        <p:blipFill rotWithShape="1">
          <a:blip r:embed="rId3">
            <a:alphaModFix/>
          </a:blip>
          <a:srcRect b="0" l="0" r="9967" t="0"/>
          <a:stretch/>
        </p:blipFill>
        <p:spPr>
          <a:xfrm>
            <a:off x="153850" y="1170425"/>
            <a:ext cx="4158048" cy="280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6" title="Screenshot 2026-10-12 at 9.29.2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2450" y="3268600"/>
            <a:ext cx="3311049" cy="3042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502920" y="256032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02920" y="502920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300"/>
              <a:buFont typeface="Play"/>
              <a:buNone/>
            </a:pPr>
            <a:r>
              <a:rPr b="1" i="0" lang="en-US" sz="23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Final audit: stable build, documented agentic workflow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10716768" y="320040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StudyLens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creenshot 2026-10-12 at 11.58.54 AM.png" id="188" name="Google Shape;188;p7"/>
          <p:cNvPicPr preferRelativeResize="0"/>
          <p:nvPr/>
        </p:nvPicPr>
        <p:blipFill rotWithShape="1">
          <a:blip r:embed="rId3">
            <a:alphaModFix/>
          </a:blip>
          <a:srcRect b="12002" l="30810" r="13887" t="11842"/>
          <a:stretch/>
        </p:blipFill>
        <p:spPr>
          <a:xfrm>
            <a:off x="5708150" y="1478375"/>
            <a:ext cx="5379625" cy="464809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7"/>
          <p:cNvSpPr/>
          <p:nvPr/>
        </p:nvSpPr>
        <p:spPr>
          <a:xfrm>
            <a:off x="685800" y="1143000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Final result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640080" y="1938528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102/102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640080" y="2651760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logic checks passed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2331720" y="1938528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4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A84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2331720" y="2651760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build errors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3977640" y="1938528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3977640" y="2651760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bugs fixed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713232" y="306324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was stabilized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731520" y="3602736"/>
            <a:ext cx="43891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Navigation ownership and stale-screen cleanup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Quiz spinner, short-answer grading, and microphone paths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Import crashes and Office file edge cases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Brain Map layout and label clipping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Export metadata and source attribution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731520" y="5779008"/>
            <a:ext cx="4343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502920" y="6528816"/>
            <a:ext cx="11155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Mac and iPhone simulator builds passed with 0 errors and 0 warnings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I Apple Watch-Inspire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2026-10-13T01:13:05Z</dcterms:created>
  <dc:creator>Michael Amoo</dc:creator>
</cp:coreProperties>
</file>